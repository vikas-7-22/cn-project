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251DD9-C95D-4D9C-821D-2D3978B58F03}" v="3" dt="2026-02-17T03:31:16.0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veed mohammad" userId="e8230aa99ac172e6" providerId="LiveId" clId="{FA589F65-089C-49F4-8F5E-B7C47FF3174D}"/>
    <pc:docChg chg="custSel modSld">
      <pc:chgData name="javeed mohammad" userId="e8230aa99ac172e6" providerId="LiveId" clId="{FA589F65-089C-49F4-8F5E-B7C47FF3174D}" dt="2026-02-17T03:31:32.560" v="5" actId="121"/>
      <pc:docMkLst>
        <pc:docMk/>
      </pc:docMkLst>
      <pc:sldChg chg="modSp mod">
        <pc:chgData name="javeed mohammad" userId="e8230aa99ac172e6" providerId="LiveId" clId="{FA589F65-089C-49F4-8F5E-B7C47FF3174D}" dt="2026-02-17T03:31:32.560" v="5" actId="121"/>
        <pc:sldMkLst>
          <pc:docMk/>
          <pc:sldMk cId="0" sldId="256"/>
        </pc:sldMkLst>
        <pc:spChg chg="mod">
          <ac:chgData name="javeed mohammad" userId="e8230aa99ac172e6" providerId="LiveId" clId="{FA589F65-089C-49F4-8F5E-B7C47FF3174D}" dt="2026-02-17T03:31:16.080" v="3"/>
          <ac:spMkLst>
            <pc:docMk/>
            <pc:sldMk cId="0" sldId="256"/>
            <ac:spMk id="2" creationId="{00000000-0000-0000-0000-000000000000}"/>
          </ac:spMkLst>
        </pc:spChg>
        <pc:spChg chg="mod">
          <ac:chgData name="javeed mohammad" userId="e8230aa99ac172e6" providerId="LiveId" clId="{FA589F65-089C-49F4-8F5E-B7C47FF3174D}" dt="2026-02-17T03:31:32.560" v="5" actId="121"/>
          <ac:spMkLst>
            <pc:docMk/>
            <pc:sldMk cId="0" sldId="256"/>
            <ac:spMk id="3" creationId="{00000000-0000-0000-0000-000000000000}"/>
          </ac:spMkLst>
        </pc:spChg>
      </pc:sldChg>
      <pc:sldChg chg="modSp">
        <pc:chgData name="javeed mohammad" userId="e8230aa99ac172e6" providerId="LiveId" clId="{FA589F65-089C-49F4-8F5E-B7C47FF3174D}" dt="2026-02-17T03:31:16.080" v="3"/>
        <pc:sldMkLst>
          <pc:docMk/>
          <pc:sldMk cId="0" sldId="257"/>
        </pc:sldMkLst>
        <pc:spChg chg="mod">
          <ac:chgData name="javeed mohammad" userId="e8230aa99ac172e6" providerId="LiveId" clId="{FA589F65-089C-49F4-8F5E-B7C47FF3174D}" dt="2026-02-17T03:31:16.080" v="3"/>
          <ac:spMkLst>
            <pc:docMk/>
            <pc:sldMk cId="0" sldId="257"/>
            <ac:spMk id="2" creationId="{00000000-0000-0000-0000-000000000000}"/>
          </ac:spMkLst>
        </pc:spChg>
        <pc:spChg chg="mod">
          <ac:chgData name="javeed mohammad" userId="e8230aa99ac172e6" providerId="LiveId" clId="{FA589F65-089C-49F4-8F5E-B7C47FF3174D}" dt="2026-02-17T03:31:16.080" v="3"/>
          <ac:spMkLst>
            <pc:docMk/>
            <pc:sldMk cId="0" sldId="257"/>
            <ac:spMk id="3" creationId="{00000000-0000-0000-0000-000000000000}"/>
          </ac:spMkLst>
        </pc:spChg>
      </pc:sldChg>
      <pc:sldChg chg="modSp">
        <pc:chgData name="javeed mohammad" userId="e8230aa99ac172e6" providerId="LiveId" clId="{FA589F65-089C-49F4-8F5E-B7C47FF3174D}" dt="2026-02-17T03:31:16.080" v="3"/>
        <pc:sldMkLst>
          <pc:docMk/>
          <pc:sldMk cId="0" sldId="258"/>
        </pc:sldMkLst>
        <pc:spChg chg="mod">
          <ac:chgData name="javeed mohammad" userId="e8230aa99ac172e6" providerId="LiveId" clId="{FA589F65-089C-49F4-8F5E-B7C47FF3174D}" dt="2026-02-17T03:31:16.080" v="3"/>
          <ac:spMkLst>
            <pc:docMk/>
            <pc:sldMk cId="0" sldId="258"/>
            <ac:spMk id="2" creationId="{00000000-0000-0000-0000-000000000000}"/>
          </ac:spMkLst>
        </pc:spChg>
        <pc:spChg chg="mod">
          <ac:chgData name="javeed mohammad" userId="e8230aa99ac172e6" providerId="LiveId" clId="{FA589F65-089C-49F4-8F5E-B7C47FF3174D}" dt="2026-02-17T03:31:16.080" v="3"/>
          <ac:spMkLst>
            <pc:docMk/>
            <pc:sldMk cId="0" sldId="258"/>
            <ac:spMk id="3" creationId="{00000000-0000-0000-0000-000000000000}"/>
          </ac:spMkLst>
        </pc:spChg>
      </pc:sldChg>
      <pc:sldChg chg="modSp">
        <pc:chgData name="javeed mohammad" userId="e8230aa99ac172e6" providerId="LiveId" clId="{FA589F65-089C-49F4-8F5E-B7C47FF3174D}" dt="2026-02-17T03:31:16.080" v="3"/>
        <pc:sldMkLst>
          <pc:docMk/>
          <pc:sldMk cId="0" sldId="259"/>
        </pc:sldMkLst>
        <pc:spChg chg="mod">
          <ac:chgData name="javeed mohammad" userId="e8230aa99ac172e6" providerId="LiveId" clId="{FA589F65-089C-49F4-8F5E-B7C47FF3174D}" dt="2026-02-17T03:31:16.080" v="3"/>
          <ac:spMkLst>
            <pc:docMk/>
            <pc:sldMk cId="0" sldId="259"/>
            <ac:spMk id="2" creationId="{00000000-0000-0000-0000-000000000000}"/>
          </ac:spMkLst>
        </pc:spChg>
        <pc:spChg chg="mod">
          <ac:chgData name="javeed mohammad" userId="e8230aa99ac172e6" providerId="LiveId" clId="{FA589F65-089C-49F4-8F5E-B7C47FF3174D}" dt="2026-02-17T03:31:16.080" v="3"/>
          <ac:spMkLst>
            <pc:docMk/>
            <pc:sldMk cId="0" sldId="259"/>
            <ac:spMk id="3" creationId="{00000000-0000-0000-0000-000000000000}"/>
          </ac:spMkLst>
        </pc:spChg>
      </pc:sldChg>
      <pc:sldChg chg="modSp">
        <pc:chgData name="javeed mohammad" userId="e8230aa99ac172e6" providerId="LiveId" clId="{FA589F65-089C-49F4-8F5E-B7C47FF3174D}" dt="2026-02-17T03:31:16.080" v="3"/>
        <pc:sldMkLst>
          <pc:docMk/>
          <pc:sldMk cId="0" sldId="260"/>
        </pc:sldMkLst>
        <pc:spChg chg="mod">
          <ac:chgData name="javeed mohammad" userId="e8230aa99ac172e6" providerId="LiveId" clId="{FA589F65-089C-49F4-8F5E-B7C47FF3174D}" dt="2026-02-17T03:31:16.080" v="3"/>
          <ac:spMkLst>
            <pc:docMk/>
            <pc:sldMk cId="0" sldId="260"/>
            <ac:spMk id="2" creationId="{00000000-0000-0000-0000-000000000000}"/>
          </ac:spMkLst>
        </pc:spChg>
        <pc:spChg chg="mod">
          <ac:chgData name="javeed mohammad" userId="e8230aa99ac172e6" providerId="LiveId" clId="{FA589F65-089C-49F4-8F5E-B7C47FF3174D}" dt="2026-02-17T03:31:16.080" v="3"/>
          <ac:spMkLst>
            <pc:docMk/>
            <pc:sldMk cId="0" sldId="260"/>
            <ac:spMk id="3" creationId="{00000000-0000-0000-0000-000000000000}"/>
          </ac:spMkLst>
        </pc:spChg>
      </pc:sldChg>
      <pc:sldChg chg="modSp">
        <pc:chgData name="javeed mohammad" userId="e8230aa99ac172e6" providerId="LiveId" clId="{FA589F65-089C-49F4-8F5E-B7C47FF3174D}" dt="2026-02-17T03:31:16.080" v="3"/>
        <pc:sldMkLst>
          <pc:docMk/>
          <pc:sldMk cId="0" sldId="261"/>
        </pc:sldMkLst>
        <pc:spChg chg="mod">
          <ac:chgData name="javeed mohammad" userId="e8230aa99ac172e6" providerId="LiveId" clId="{FA589F65-089C-49F4-8F5E-B7C47FF3174D}" dt="2026-02-17T03:31:16.080" v="3"/>
          <ac:spMkLst>
            <pc:docMk/>
            <pc:sldMk cId="0" sldId="261"/>
            <ac:spMk id="2" creationId="{00000000-0000-0000-0000-000000000000}"/>
          </ac:spMkLst>
        </pc:spChg>
        <pc:spChg chg="mod">
          <ac:chgData name="javeed mohammad" userId="e8230aa99ac172e6" providerId="LiveId" clId="{FA589F65-089C-49F4-8F5E-B7C47FF3174D}" dt="2026-02-17T03:31:16.080" v="3"/>
          <ac:spMkLst>
            <pc:docMk/>
            <pc:sldMk cId="0" sldId="261"/>
            <ac:spMk id="3" creationId="{00000000-0000-0000-0000-000000000000}"/>
          </ac:spMkLst>
        </pc:spChg>
      </pc:sldChg>
      <pc:sldChg chg="modSp">
        <pc:chgData name="javeed mohammad" userId="e8230aa99ac172e6" providerId="LiveId" clId="{FA589F65-089C-49F4-8F5E-B7C47FF3174D}" dt="2026-02-17T03:31:16.080" v="3"/>
        <pc:sldMkLst>
          <pc:docMk/>
          <pc:sldMk cId="0" sldId="262"/>
        </pc:sldMkLst>
        <pc:spChg chg="mod">
          <ac:chgData name="javeed mohammad" userId="e8230aa99ac172e6" providerId="LiveId" clId="{FA589F65-089C-49F4-8F5E-B7C47FF3174D}" dt="2026-02-17T03:31:16.080" v="3"/>
          <ac:spMkLst>
            <pc:docMk/>
            <pc:sldMk cId="0" sldId="262"/>
            <ac:spMk id="2" creationId="{00000000-0000-0000-0000-000000000000}"/>
          </ac:spMkLst>
        </pc:spChg>
        <pc:spChg chg="mod">
          <ac:chgData name="javeed mohammad" userId="e8230aa99ac172e6" providerId="LiveId" clId="{FA589F65-089C-49F4-8F5E-B7C47FF3174D}" dt="2026-02-17T03:31:16.080" v="3"/>
          <ac:spMkLst>
            <pc:docMk/>
            <pc:sldMk cId="0" sldId="262"/>
            <ac:spMk id="3" creationId="{00000000-0000-0000-0000-000000000000}"/>
          </ac:spMkLst>
        </pc:spChg>
      </pc:sldChg>
      <pc:sldChg chg="modSp">
        <pc:chgData name="javeed mohammad" userId="e8230aa99ac172e6" providerId="LiveId" clId="{FA589F65-089C-49F4-8F5E-B7C47FF3174D}" dt="2026-02-17T03:31:16.080" v="3"/>
        <pc:sldMkLst>
          <pc:docMk/>
          <pc:sldMk cId="0" sldId="263"/>
        </pc:sldMkLst>
        <pc:spChg chg="mod">
          <ac:chgData name="javeed mohammad" userId="e8230aa99ac172e6" providerId="LiveId" clId="{FA589F65-089C-49F4-8F5E-B7C47FF3174D}" dt="2026-02-17T03:31:16.080" v="3"/>
          <ac:spMkLst>
            <pc:docMk/>
            <pc:sldMk cId="0" sldId="263"/>
            <ac:spMk id="2" creationId="{00000000-0000-0000-0000-000000000000}"/>
          </ac:spMkLst>
        </pc:spChg>
        <pc:spChg chg="mod">
          <ac:chgData name="javeed mohammad" userId="e8230aa99ac172e6" providerId="LiveId" clId="{FA589F65-089C-49F4-8F5E-B7C47FF3174D}" dt="2026-02-17T03:31:16.080" v="3"/>
          <ac:spMkLst>
            <pc:docMk/>
            <pc:sldMk cId="0" sldId="263"/>
            <ac:spMk id="3" creationId="{00000000-0000-0000-0000-000000000000}"/>
          </ac:spMkLst>
        </pc:spChg>
      </pc:sldChg>
      <pc:sldChg chg="modSp">
        <pc:chgData name="javeed mohammad" userId="e8230aa99ac172e6" providerId="LiveId" clId="{FA589F65-089C-49F4-8F5E-B7C47FF3174D}" dt="2026-02-17T03:31:16.080" v="3"/>
        <pc:sldMkLst>
          <pc:docMk/>
          <pc:sldMk cId="0" sldId="264"/>
        </pc:sldMkLst>
        <pc:spChg chg="mod">
          <ac:chgData name="javeed mohammad" userId="e8230aa99ac172e6" providerId="LiveId" clId="{FA589F65-089C-49F4-8F5E-B7C47FF3174D}" dt="2026-02-17T03:31:16.080" v="3"/>
          <ac:spMkLst>
            <pc:docMk/>
            <pc:sldMk cId="0" sldId="264"/>
            <ac:spMk id="2" creationId="{00000000-0000-0000-0000-000000000000}"/>
          </ac:spMkLst>
        </pc:spChg>
        <pc:spChg chg="mod">
          <ac:chgData name="javeed mohammad" userId="e8230aa99ac172e6" providerId="LiveId" clId="{FA589F65-089C-49F4-8F5E-B7C47FF3174D}" dt="2026-02-17T03:31:16.080" v="3"/>
          <ac:spMkLst>
            <pc:docMk/>
            <pc:sldMk cId="0" sldId="264"/>
            <ac:spMk id="3" creationId="{00000000-0000-0000-0000-000000000000}"/>
          </ac:spMkLst>
        </pc:spChg>
      </pc:sldChg>
      <pc:sldChg chg="modSp">
        <pc:chgData name="javeed mohammad" userId="e8230aa99ac172e6" providerId="LiveId" clId="{FA589F65-089C-49F4-8F5E-B7C47FF3174D}" dt="2026-02-17T03:31:16.080" v="3"/>
        <pc:sldMkLst>
          <pc:docMk/>
          <pc:sldMk cId="0" sldId="265"/>
        </pc:sldMkLst>
        <pc:spChg chg="mod">
          <ac:chgData name="javeed mohammad" userId="e8230aa99ac172e6" providerId="LiveId" clId="{FA589F65-089C-49F4-8F5E-B7C47FF3174D}" dt="2026-02-17T03:31:16.080" v="3"/>
          <ac:spMkLst>
            <pc:docMk/>
            <pc:sldMk cId="0" sldId="265"/>
            <ac:spMk id="2" creationId="{00000000-0000-0000-0000-000000000000}"/>
          </ac:spMkLst>
        </pc:spChg>
        <pc:spChg chg="mod">
          <ac:chgData name="javeed mohammad" userId="e8230aa99ac172e6" providerId="LiveId" clId="{FA589F65-089C-49F4-8F5E-B7C47FF3174D}" dt="2026-02-17T03:31:16.080" v="3"/>
          <ac:spMkLst>
            <pc:docMk/>
            <pc:sldMk cId="0" sldId="265"/>
            <ac:spMk id="3" creationId="{00000000-0000-0000-0000-000000000000}"/>
          </ac:spMkLst>
        </pc:spChg>
      </pc:sldChg>
      <pc:sldChg chg="modSp">
        <pc:chgData name="javeed mohammad" userId="e8230aa99ac172e6" providerId="LiveId" clId="{FA589F65-089C-49F4-8F5E-B7C47FF3174D}" dt="2026-02-17T03:31:16.080" v="3"/>
        <pc:sldMkLst>
          <pc:docMk/>
          <pc:sldMk cId="0" sldId="266"/>
        </pc:sldMkLst>
        <pc:spChg chg="mod">
          <ac:chgData name="javeed mohammad" userId="e8230aa99ac172e6" providerId="LiveId" clId="{FA589F65-089C-49F4-8F5E-B7C47FF3174D}" dt="2026-02-17T03:31:16.080" v="3"/>
          <ac:spMkLst>
            <pc:docMk/>
            <pc:sldMk cId="0" sldId="266"/>
            <ac:spMk id="2" creationId="{00000000-0000-0000-0000-000000000000}"/>
          </ac:spMkLst>
        </pc:spChg>
        <pc:spChg chg="mod">
          <ac:chgData name="javeed mohammad" userId="e8230aa99ac172e6" providerId="LiveId" clId="{FA589F65-089C-49F4-8F5E-B7C47FF3174D}" dt="2026-02-17T03:31:16.080" v="3"/>
          <ac:spMkLst>
            <pc:docMk/>
            <pc:sldMk cId="0" sldId="266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82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960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4166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067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154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479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268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988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339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973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0220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4075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1865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4839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6048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8984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661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446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  <p:sldLayoutId id="2147483712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5856" y="882634"/>
            <a:ext cx="5917679" cy="2550877"/>
          </a:xfrm>
        </p:spPr>
        <p:txBody>
          <a:bodyPr/>
          <a:lstStyle/>
          <a:p>
            <a:r>
              <a:rPr sz="4400" dirty="0"/>
              <a:t>Network Vulnerability Assessment and Penetration Testing</a:t>
            </a:r>
          </a:p>
          <a:p>
            <a:r>
              <a:rPr sz="4400" dirty="0"/>
              <a:t>Using Kali Linux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4FA08683-47A4-31AA-8A51-C67AC1C367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7880" y="3771540"/>
            <a:ext cx="5917679" cy="1513692"/>
          </a:xfrm>
        </p:spPr>
        <p:txBody>
          <a:bodyPr>
            <a:normAutofit/>
          </a:bodyPr>
          <a:lstStyle/>
          <a:p>
            <a:r>
              <a:rPr lang="en-US" sz="1600" dirty="0"/>
              <a:t>NAME: </a:t>
            </a:r>
            <a:r>
              <a:rPr lang="en-US" sz="1600" dirty="0" err="1"/>
              <a:t>md.</a:t>
            </a:r>
            <a:r>
              <a:rPr lang="en-US" sz="1600" dirty="0"/>
              <a:t> </a:t>
            </a:r>
            <a:r>
              <a:rPr lang="en-US" sz="1600"/>
              <a:t>Javeed</a:t>
            </a:r>
            <a:r>
              <a:rPr lang="en-US" sz="1600" dirty="0"/>
              <a:t>(2420030196)</a:t>
            </a:r>
          </a:p>
          <a:p>
            <a:r>
              <a:rPr lang="en-US" sz="1600" dirty="0"/>
              <a:t>              M. Vikas(2420030646)</a:t>
            </a:r>
          </a:p>
          <a:p>
            <a:r>
              <a:rPr lang="en-US" sz="1600" dirty="0"/>
              <a:t>Guide: k. Chandusha</a:t>
            </a:r>
          </a:p>
          <a:p>
            <a:pPr algn="ctr"/>
            <a:r>
              <a:rPr lang="en-US" sz="1600" dirty="0"/>
              <a:t>Department of CSe</a:t>
            </a:r>
          </a:p>
          <a:p>
            <a:endParaRPr lang="en-US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Rapid growth of computer networks increases security risks</a:t>
            </a:r>
          </a:p>
          <a:p>
            <a:r>
              <a:t>• Cyber attacks can lead to data theft and service disruption</a:t>
            </a:r>
          </a:p>
          <a:p>
            <a:r>
              <a:t>• Organizations require strong security assessment methods</a:t>
            </a:r>
          </a:p>
          <a:p>
            <a:r>
              <a:t>• Ethical hacking helps identify vulnerabilities before attackers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Networks contain hidden vulnerabilities</a:t>
            </a:r>
          </a:p>
          <a:p>
            <a:r>
              <a:t>• Unsecured services and weak passwords increase risk</a:t>
            </a:r>
          </a:p>
          <a:p>
            <a:r>
              <a:t>• Lack of proper security assessment leads to cyber threats</a:t>
            </a:r>
          </a:p>
          <a:p>
            <a:r>
              <a:t>• Need for systematic vulnerability evaluation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Discover active hosts in the network</a:t>
            </a:r>
          </a:p>
          <a:p>
            <a:r>
              <a:t>• Scan open ports and running services</a:t>
            </a:r>
          </a:p>
          <a:p>
            <a:r>
              <a:t>• Identify vulnerabilities in systems</a:t>
            </a:r>
          </a:p>
          <a:p>
            <a:r>
              <a:t>• Perform controlled penetration testing</a:t>
            </a:r>
          </a:p>
          <a:p>
            <a:r>
              <a:t>• Recommend security improvements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Used in Kali Linux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Nmap – Network scanning</a:t>
            </a:r>
          </a:p>
          <a:p>
            <a:r>
              <a:t>• Netdiscover – Host discovery</a:t>
            </a:r>
          </a:p>
          <a:p>
            <a:r>
              <a:t>• Wireshark – Packet analysis</a:t>
            </a:r>
          </a:p>
          <a:p>
            <a:r>
              <a:t>• Nikto – Web server vulnerability scanning</a:t>
            </a:r>
          </a:p>
          <a:p>
            <a:r>
              <a:t>• Metasploit – Exploitation framework</a:t>
            </a:r>
          </a:p>
          <a:p>
            <a:r>
              <a:t>• Hydra – Password testing tool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Network Reconnaissance</a:t>
            </a:r>
          </a:p>
          <a:p>
            <a:r>
              <a:t>2. Scanning and Enumeration</a:t>
            </a:r>
          </a:p>
          <a:p>
            <a:r>
              <a:t>3. Vulnerability Analysis</a:t>
            </a:r>
          </a:p>
          <a:p>
            <a:r>
              <a:t>4. Exploitation (Controlled)</a:t>
            </a:r>
          </a:p>
          <a:p>
            <a:r>
              <a:t>5. Reporting and Mitigation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Attacker Machine (Kali Linux)</a:t>
            </a:r>
          </a:p>
          <a:p>
            <a:r>
              <a:t>• Target Machine (Virtual Lab System)</a:t>
            </a:r>
          </a:p>
          <a:p>
            <a:r>
              <a:t>• Virtual Network Environment</a:t>
            </a:r>
          </a:p>
          <a:p>
            <a:r>
              <a:t>• Controlled and Isolated Setup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and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Identified open ports and services</a:t>
            </a:r>
          </a:p>
          <a:p>
            <a:r>
              <a:t>• Detected outdated software versions</a:t>
            </a:r>
          </a:p>
          <a:p>
            <a:r>
              <a:t>• Found weak password vulnerabilities</a:t>
            </a:r>
          </a:p>
          <a:p>
            <a:r>
              <a:t>• Demonstrated controlled exploitation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Disable unused services</a:t>
            </a:r>
          </a:p>
          <a:p>
            <a:r>
              <a:t>• Update and patch software regularly</a:t>
            </a:r>
          </a:p>
          <a:p>
            <a:r>
              <a:t>• Use strong passwords and authentication</a:t>
            </a:r>
          </a:p>
          <a:p>
            <a:r>
              <a:t>• Configure firewalls properly</a:t>
            </a:r>
          </a:p>
          <a:p>
            <a:r>
              <a:t>• Implement regular security audits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Vulnerability assessment improves network security</a:t>
            </a:r>
          </a:p>
          <a:p>
            <a:r>
              <a:t>• Ethical hacking helps prevent real-world attacks</a:t>
            </a:r>
          </a:p>
          <a:p>
            <a:r>
              <a:t>• Regular testing strengthens infrastructure</a:t>
            </a:r>
          </a:p>
          <a:p>
            <a:r>
              <a:t>• Essential for secure and resilient networks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Implement Intrusion Detection Systems (IDS)</a:t>
            </a:r>
          </a:p>
          <a:p>
            <a:r>
              <a:t>• Perform cloud security testing</a:t>
            </a:r>
          </a:p>
          <a:p>
            <a:r>
              <a:t>• Automate vulnerability scanning</a:t>
            </a:r>
          </a:p>
          <a:p>
            <a:r>
              <a:t>• Integrate AI-based threat detection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6</TotalTime>
  <Words>317</Words>
  <Application>Microsoft Office PowerPoint</Application>
  <PresentationFormat>On-screen Show (4:3)</PresentationFormat>
  <Paragraphs>61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Century Gothic</vt:lpstr>
      <vt:lpstr>Wingdings 3</vt:lpstr>
      <vt:lpstr>Ion Boardroom</vt:lpstr>
      <vt:lpstr>Network Vulnerability Assessment and Penetration Testing Using Kali Linux</vt:lpstr>
      <vt:lpstr>Introduction</vt:lpstr>
      <vt:lpstr>Problem Statement</vt:lpstr>
      <vt:lpstr>Objectives</vt:lpstr>
      <vt:lpstr>Tools Used in Kali Linux</vt:lpstr>
      <vt:lpstr>Methodology</vt:lpstr>
      <vt:lpstr>System Architecture</vt:lpstr>
      <vt:lpstr>Results and Findings</vt:lpstr>
      <vt:lpstr>Security Recommendations</vt:lpstr>
      <vt:lpstr>Conclusion</vt:lpstr>
      <vt:lpstr>Future Scope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vikas macharla</cp:lastModifiedBy>
  <cp:revision>8</cp:revision>
  <dcterms:created xsi:type="dcterms:W3CDTF">2013-01-27T09:14:16Z</dcterms:created>
  <dcterms:modified xsi:type="dcterms:W3CDTF">2026-04-22T15:38:38Z</dcterms:modified>
  <cp:category/>
</cp:coreProperties>
</file>